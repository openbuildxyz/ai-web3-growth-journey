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41CC"/>
    <a:srgbClr val="FCFEFE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54AC-6A1B-CDAC-9EC4-CC31F5C74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F843C-89F3-2530-C0F1-B91BAAF88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FCFD-6FD5-4997-E00E-46EB7E24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616C1-B2CA-D0CF-DA98-65800884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C3B03-35B0-08F4-DE10-22C0C7C4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3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1ED2-F40A-3C36-ECA0-EA5C96F7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8F289-0AE5-CD00-1518-DCA1BC225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AFF29-7F29-6D73-32BD-A2FC1903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84C41-B215-20AA-6C8D-0B1E94C3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5BE67-1471-F3C2-E3BD-D0CA41FF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08F8-12B4-12D6-59BE-DB1BA30E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5EDE-302D-FFC6-2724-506597BF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41EF2-5A13-3ACB-91AA-6058663E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D244-F621-E32F-8683-7F3EE218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EFE1A-EB36-47CA-7CDD-5FA720D4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F5D9-7AE8-6A72-3544-C76EE7E5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0B70-DEC1-E064-39D9-B27C87994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6C83F-1DAC-3C4B-658A-4DB167DA6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2AA96-D8AB-4668-905D-42E2AA88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B195E-5D65-DE91-18A9-40526B2A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AD74D-5AE4-D965-19C3-34E79513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5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BED8-DB71-FF67-20AF-AA6B0F5B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47985-8E08-5C34-4B98-05078A7C9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31568-04A8-8341-EF44-5CB4C2966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8CA33-26CE-EE8C-7E41-5761D749F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62A8B-5FD3-B29C-D42E-ED2DDD997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BBDF4-EBC9-D4DE-5D1F-52A002A7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F7859-B529-F453-403B-B4E05F7E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CDE1B-16C0-8E6E-E90D-EC40CE4D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9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F2F9-5397-6E79-E925-E22213F1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6DEF9-35A3-BE8D-7233-378D258C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201F5-77A9-FFDF-B116-1E2F3F62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1C6A8-3213-D56E-7B3F-EFE5CE99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2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32A98-D734-DA03-96AD-2B720BBC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B0062-735E-E4DF-DE39-1A2220A1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21638-99B9-1A88-084F-628151CC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54A8-2134-1734-1740-11543AEB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48855-1B0C-63BA-7205-01A7CC8A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92CD7-71AC-0648-5A43-0A02005CD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BA9EB-FBB5-2CFE-7C92-1F956FC7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780E2-FB03-0220-A5A6-5135189F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CD677-FBA8-AD2E-256B-A9F543AA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0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9983-79B8-68B9-1C97-6D800C7F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40EB1-0D93-0996-A761-912BA9718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93E6C-D87D-8D6D-B6E4-A1960D097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C3084-9E0D-D6CB-E284-8F46CA1F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759F1-8633-287A-3A60-E463C5FF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8ADDA-F24A-7DC4-DE69-8AA50623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2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345A-7B42-F5D0-CB59-87280F07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EAB8A-0A4E-8DB7-A098-32679280D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94F16-8D0B-8FC8-B6E8-60758E97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F9B67-A7D8-F5AB-F6DC-5034A27B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47A2-45B9-F814-192E-85CB4845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BEBC6-E923-03A7-326E-F99C3393A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4BD3E-D286-11E6-F40E-FD16C0B1E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34923-3ED2-FD7A-519A-B0EBCC96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7B226-0F79-D31D-47A4-E41AE43A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1C27E-037C-86CF-697D-15525199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8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EEAE1-2CE6-7FB0-1879-8C55F32E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9646A-B508-4918-EC13-42B67EB9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E022-19D5-C041-69DD-ADE80266F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6BF4F-0A23-49F4-8228-FF1AE5204A8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624B-1351-05EE-7BA6-6DCF4E294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6A902-ECED-B108-CFB1-44C6DA7C1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C2301-B1EA-483C-A93C-C5643EAAD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1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text and elephants&#10;&#10;AI-generated content may be incorrect.">
            <a:extLst>
              <a:ext uri="{FF2B5EF4-FFF2-40B4-BE49-F238E27FC236}">
                <a16:creationId xmlns:a16="http://schemas.microsoft.com/office/drawing/2014/main" id="{AEAE2BBB-A959-A5AC-6B8B-0F5869466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919"/>
            <a:ext cx="12192000" cy="395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8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elephants in a landscape&#10;&#10;AI-generated content may be incorrect.">
            <a:extLst>
              <a:ext uri="{FF2B5EF4-FFF2-40B4-BE49-F238E27FC236}">
                <a16:creationId xmlns:a16="http://schemas.microsoft.com/office/drawing/2014/main" id="{87043F82-7F26-4DB9-634A-33D23664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571"/>
            <a:ext cx="12192000" cy="3918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3AAB94-15C6-F8CF-72B0-8B4B04C1743E}"/>
              </a:ext>
            </a:extLst>
          </p:cNvPr>
          <p:cNvSpPr txBox="1"/>
          <p:nvPr/>
        </p:nvSpPr>
        <p:spPr>
          <a:xfrm>
            <a:off x="326053" y="1041246"/>
            <a:ext cx="67153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PROBLEM: RENTING IS BROKEN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0F6D5-E63C-AE5E-0CF0-9A64D4490449}"/>
              </a:ext>
            </a:extLst>
          </p:cNvPr>
          <p:cNvSpPr txBox="1"/>
          <p:nvPr/>
        </p:nvSpPr>
        <p:spPr>
          <a:xfrm>
            <a:off x="326053" y="1767006"/>
            <a:ext cx="114553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 Prices </a:t>
            </a:r>
            <a:r>
              <a:rPr lang="en-US" sz="2500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 rental platforms like </a:t>
            </a:r>
            <a:r>
              <a:rPr lang="en-US" sz="2500" dirty="0" err="1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AirBnb</a:t>
            </a:r>
            <a:endParaRPr lang="en-US" sz="2500" dirty="0">
              <a:solidFill>
                <a:srgbClr val="FCFEFE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Searchability/transparency</a:t>
            </a:r>
            <a:r>
              <a:rPr lang="en-US" sz="25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500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with Facebook/real estate agents</a:t>
            </a: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Trust</a:t>
            </a:r>
            <a:r>
              <a:rPr lang="en-US" sz="25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issues</a:t>
            </a:r>
            <a:r>
              <a:rPr lang="en-US" sz="2500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 send international payment for deposit</a:t>
            </a:r>
          </a:p>
          <a:p>
            <a:endParaRPr lang="en-US" dirty="0">
              <a:solidFill>
                <a:srgbClr val="FCFEFE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10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3DB5-0E0B-0EB3-19FF-73383C44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elephants in a landscape&#10;&#10;AI-generated content may be incorrect.">
            <a:extLst>
              <a:ext uri="{FF2B5EF4-FFF2-40B4-BE49-F238E27FC236}">
                <a16:creationId xmlns:a16="http://schemas.microsoft.com/office/drawing/2014/main" id="{58E69575-CCA3-431C-68F5-7C05448EA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571"/>
            <a:ext cx="12192000" cy="3918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7B8D1D-1D6D-DD0E-8A04-B27F4D290555}"/>
              </a:ext>
            </a:extLst>
          </p:cNvPr>
          <p:cNvSpPr txBox="1"/>
          <p:nvPr/>
        </p:nvSpPr>
        <p:spPr>
          <a:xfrm>
            <a:off x="326053" y="1041246"/>
            <a:ext cx="87655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SOLUTION: RWAs POWER SMART RENTALS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065B4-95EF-B559-5525-4BA8E8AF72D2}"/>
              </a:ext>
            </a:extLst>
          </p:cNvPr>
          <p:cNvSpPr txBox="1"/>
          <p:nvPr/>
        </p:nvSpPr>
        <p:spPr>
          <a:xfrm>
            <a:off x="326053" y="1767006"/>
            <a:ext cx="50898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Market Prices</a:t>
            </a:r>
            <a:endParaRPr lang="en-US" sz="2500" dirty="0">
              <a:solidFill>
                <a:srgbClr val="FCFEFE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Transparent </a:t>
            </a:r>
            <a:r>
              <a:rPr lang="en-US" sz="24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(blockchain)</a:t>
            </a:r>
            <a:endParaRPr lang="en-US" sz="2400" dirty="0">
              <a:solidFill>
                <a:srgbClr val="FCFEFE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AutoNum type="arabicPeriod"/>
            </a:pPr>
            <a:r>
              <a:rPr lang="en-US" sz="36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Trust </a:t>
            </a:r>
            <a:r>
              <a:rPr lang="en-US" sz="2400" b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(payment)</a:t>
            </a:r>
            <a:endParaRPr lang="en-US" sz="2400" dirty="0">
              <a:solidFill>
                <a:srgbClr val="FCFEFE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25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982A-512E-9F82-6D11-3F8E52D1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elephants in a landscape&#10;&#10;AI-generated content may be incorrect.">
            <a:extLst>
              <a:ext uri="{FF2B5EF4-FFF2-40B4-BE49-F238E27FC236}">
                <a16:creationId xmlns:a16="http://schemas.microsoft.com/office/drawing/2014/main" id="{8E26A183-60C9-99CF-E742-875B8F0E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571"/>
            <a:ext cx="12192000" cy="3918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E8A0AE-D17F-B1CE-B730-6D139A8FECBE}"/>
              </a:ext>
            </a:extLst>
          </p:cNvPr>
          <p:cNvSpPr txBox="1"/>
          <p:nvPr/>
        </p:nvSpPr>
        <p:spPr>
          <a:xfrm>
            <a:off x="326053" y="1041246"/>
            <a:ext cx="30155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HOW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C929B-9F87-A4AA-D309-49306A6F050B}"/>
              </a:ext>
            </a:extLst>
          </p:cNvPr>
          <p:cNvSpPr txBox="1"/>
          <p:nvPr/>
        </p:nvSpPr>
        <p:spPr>
          <a:xfrm>
            <a:off x="3806673" y="2921167"/>
            <a:ext cx="42049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 </a:t>
            </a:r>
            <a:r>
              <a:rPr lang="en-US" sz="6000" i="1" dirty="0">
                <a:solidFill>
                  <a:srgbClr val="FCFEF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276162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8E448-B309-C63B-D34A-BE96C8E5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1" name="Rectangle 2100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in a crowd&#10;&#10;AI-generated content may be incorrect.">
            <a:extLst>
              <a:ext uri="{FF2B5EF4-FFF2-40B4-BE49-F238E27FC236}">
                <a16:creationId xmlns:a16="http://schemas.microsoft.com/office/drawing/2014/main" id="{EE56EA80-1FA1-13B3-CC6C-BE78A0FE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18" r="15613" b="1"/>
          <a:stretch>
            <a:fillRect/>
          </a:stretch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3" name="Picture 2" descr="A group of elephants in a landscape&#10;&#10;AI-generated content may be incorrect.">
            <a:extLst>
              <a:ext uri="{FF2B5EF4-FFF2-40B4-BE49-F238E27FC236}">
                <a16:creationId xmlns:a16="http://schemas.microsoft.com/office/drawing/2014/main" id="{D569E8E1-B0F9-1953-D36E-40403DE6E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86" r="10708" b="1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A5FE9C-D1E4-C79D-98A7-A8435657FC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35" r="2" b="10006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2103" name="Freeform: Shape 2102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05" name="Freeform: Shape 2104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13174-3507-5545-0C0E-A21DDF7F0DF0}"/>
              </a:ext>
            </a:extLst>
          </p:cNvPr>
          <p:cNvSpPr txBox="1"/>
          <p:nvPr/>
        </p:nvSpPr>
        <p:spPr>
          <a:xfrm>
            <a:off x="448056" y="2258568"/>
            <a:ext cx="2807208" cy="392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400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why</a:t>
            </a:r>
            <a:r>
              <a:rPr lang="en-US" sz="6600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6600" b="1" dirty="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NOW</a:t>
            </a:r>
          </a:p>
        </p:txBody>
      </p:sp>
      <p:pic>
        <p:nvPicPr>
          <p:cNvPr id="2050" name="Picture 2" descr="Thailand: occupancy rate of hotels in Chiang Mai province 2024| Statista">
            <a:extLst>
              <a:ext uri="{FF2B5EF4-FFF2-40B4-BE49-F238E27FC236}">
                <a16:creationId xmlns:a16="http://schemas.microsoft.com/office/drawing/2014/main" id="{2B90D6C8-8D6A-C22A-95B2-5DA0F376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7" r="-2" b="-2"/>
          <a:stretch>
            <a:fillRect/>
          </a:stretch>
        </p:blipFill>
        <p:spPr bwMode="auto"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18DAD3-F6A3-5C1A-CE07-6F9FEBD624D7}"/>
              </a:ext>
            </a:extLst>
          </p:cNvPr>
          <p:cNvSpPr txBox="1"/>
          <p:nvPr/>
        </p:nvSpPr>
        <p:spPr>
          <a:xfrm>
            <a:off x="7802235" y="85035"/>
            <a:ext cx="4394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E41CC"/>
                </a:solidFill>
                <a:highlight>
                  <a:srgbClr val="FCFEFE"/>
                </a:highlight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Occupancy rate of hotels in Chiang Mai province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12E83-F346-8B21-3163-9538B9CCCD6C}"/>
              </a:ext>
            </a:extLst>
          </p:cNvPr>
          <p:cNvSpPr txBox="1"/>
          <p:nvPr/>
        </p:nvSpPr>
        <p:spPr>
          <a:xfrm>
            <a:off x="11404748" y="3032235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AF6043-E588-E11C-8F34-ED0EB9C7F38B}"/>
              </a:ext>
            </a:extLst>
          </p:cNvPr>
          <p:cNvSpPr txBox="1"/>
          <p:nvPr/>
        </p:nvSpPr>
        <p:spPr>
          <a:xfrm>
            <a:off x="10823582" y="3028430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54A28-4B41-44E0-ECEB-35E6567F549F}"/>
              </a:ext>
            </a:extLst>
          </p:cNvPr>
          <p:cNvSpPr txBox="1"/>
          <p:nvPr/>
        </p:nvSpPr>
        <p:spPr>
          <a:xfrm>
            <a:off x="10242416" y="3024625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CF58D-F5E3-AEA4-2F13-1E3A404EE74A}"/>
              </a:ext>
            </a:extLst>
          </p:cNvPr>
          <p:cNvSpPr txBox="1"/>
          <p:nvPr/>
        </p:nvSpPr>
        <p:spPr>
          <a:xfrm>
            <a:off x="9700767" y="3024625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64134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2C8C-5B47-4717-0B4D-C0B21620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B3E4650-9DFD-C019-E23F-7A7D03EC6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189"/>
            <a:ext cx="9112908" cy="4135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B43B52-F37D-8548-F8F3-ED83F055B5B9}"/>
              </a:ext>
            </a:extLst>
          </p:cNvPr>
          <p:cNvSpPr txBox="1"/>
          <p:nvPr/>
        </p:nvSpPr>
        <p:spPr>
          <a:xfrm>
            <a:off x="326053" y="1041246"/>
            <a:ext cx="24897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2E41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AI USECASES</a:t>
            </a:r>
            <a:endParaRPr lang="en-US" sz="3000" dirty="0">
              <a:solidFill>
                <a:srgbClr val="2E41CC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7BDC2CAB-7317-443A-8856-FA6369311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22" y="3655102"/>
            <a:ext cx="6160178" cy="320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9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Sans Serif Collection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3149</dc:creator>
  <cp:lastModifiedBy>3149</cp:lastModifiedBy>
  <cp:revision>2</cp:revision>
  <dcterms:created xsi:type="dcterms:W3CDTF">2025-12-20T06:03:20Z</dcterms:created>
  <dcterms:modified xsi:type="dcterms:W3CDTF">2025-12-20T08:55:35Z</dcterms:modified>
</cp:coreProperties>
</file>